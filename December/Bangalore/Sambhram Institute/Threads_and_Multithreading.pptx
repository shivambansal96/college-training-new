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Threads and Multithreading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Understanding Concurrent Programming in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What is a Thread?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A thread is the smallest unit of execution within a process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It is a lightweight sub-process that shares the same memory space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Every Java program has at least one thread - the main thread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Threads allow programs to perform multiple tasks simultaneously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Each thread has its own call stack but shares heap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Thread vs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Thread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Lightweight</a:t>
            </a:r>
          </a:p>
          <a:p>
            <a:pPr>
              <a:spcAft>
                <a:spcPts val="1000"/>
              </a:spcAft>
              <a:defRPr sz="2000"/>
            </a:pPr>
            <a:r>
              <a:t>• Shares memory with other threads</a:t>
            </a:r>
          </a:p>
          <a:p>
            <a:pPr>
              <a:spcAft>
                <a:spcPts val="1000"/>
              </a:spcAft>
              <a:defRPr sz="2000"/>
            </a:pPr>
            <a:r>
              <a:t>• Faster context switching</a:t>
            </a:r>
          </a:p>
          <a:p>
            <a:pPr>
              <a:spcAft>
                <a:spcPts val="1000"/>
              </a:spcAft>
              <a:defRPr sz="2000"/>
            </a:pPr>
            <a:r>
              <a:t>• Less overhead to create</a:t>
            </a:r>
          </a:p>
          <a:p>
            <a:pPr>
              <a:spcAft>
                <a:spcPts val="1000"/>
              </a:spcAft>
              <a:defRPr sz="2000"/>
            </a:pPr>
            <a:r>
              <a:t>• Communication is easier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Heavyweight</a:t>
            </a:r>
          </a:p>
          <a:p>
            <a:pPr>
              <a:spcAft>
                <a:spcPts val="1000"/>
              </a:spcAft>
              <a:defRPr sz="2000"/>
            </a:pPr>
            <a:r>
              <a:t>• Has its own memory space</a:t>
            </a:r>
          </a:p>
          <a:p>
            <a:pPr>
              <a:spcAft>
                <a:spcPts val="1000"/>
              </a:spcAft>
              <a:defRPr sz="2000"/>
            </a:pPr>
            <a:r>
              <a:t>• Slower context switching</a:t>
            </a:r>
          </a:p>
          <a:p>
            <a:pPr>
              <a:spcAft>
                <a:spcPts val="1000"/>
              </a:spcAft>
              <a:defRPr sz="2000"/>
            </a:pPr>
            <a:r>
              <a:t>• More overhead to create</a:t>
            </a:r>
          </a:p>
          <a:p>
            <a:pPr>
              <a:spcAft>
                <a:spcPts val="1000"/>
              </a:spcAft>
              <a:defRPr sz="2000"/>
            </a:pPr>
            <a:r>
              <a:t>• Requires IPC for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What is Multithreading?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Multithreading is the concurrent execution of multiple threads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It allows a program to perform multiple operations at the same time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Maximizes CPU utilization by keeping the processor busy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Improves application responsiveness and performance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Essential for modern applications: servers, games, GUIs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Benefits of Multithreading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Improved Performance: Utilize multiple CPU cores effectively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Better Responsiveness: UI remains responsive during long operations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Resource Sharing: Threads share memory, reducing overhead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Simplified Modeling: Natural way to model real-world parallelism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Cost Effective: Cheaper than multiple processes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Creating Threads in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Method 1: Extending the Thread class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    - Create a class that extends Thread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    - Override the run() method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    - Create instance and call start()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Method 2: Implementing the Runnable interface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    - Implement the Runnable interface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    - Define the run() method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    - Pass to Thread constructor and call start()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Example: Extending Thread Class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class MyThread extends Thread {</a:t>
            </a:r>
            <a:br/>
            <a:r>
              <a:t>    public void run() {</a:t>
            </a:r>
            <a:br/>
            <a:r>
              <a:t>        for(int i = 1; i &lt;= 5; i++) {</a:t>
            </a:r>
            <a:br/>
            <a:r>
              <a:t>            System.out.println(getName() + ": " + i);</a:t>
            </a:r>
            <a:br/>
            <a:r>
              <a:t>            try { Thread.sleep(500); }</a:t>
            </a:r>
            <a:br/>
            <a:r>
              <a:t>            catch(InterruptedException e) { }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  <a:br/>
            <a:br/>
            <a:r>
              <a:t>public class Main {</a:t>
            </a:r>
            <a:br/>
            <a:r>
              <a:t>    public static void main(String[] args) {</a:t>
            </a:r>
            <a:br/>
            <a:r>
              <a:t>        MyThread t1 = new MyThread();</a:t>
            </a:r>
            <a:br/>
            <a:r>
              <a:t>        MyThread t2 = new MyThread();</a:t>
            </a:r>
            <a:br/>
            <a:r>
              <a:t>        t1.start();  // Starts the thread</a:t>
            </a:r>
            <a:br/>
            <a:r>
              <a:t>        t2.start();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Example: Implementing Runnable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class MyRunnable implements Runnable {</a:t>
            </a:r>
            <a:br/>
            <a:r>
              <a:t>    public void run() {</a:t>
            </a:r>
            <a:br/>
            <a:r>
              <a:t>        for(int i = 1; i &lt;= 5; i++) {</a:t>
            </a:r>
            <a:br/>
            <a:r>
              <a:t>            System.out.println(Thread.currentThread().getName() + ": " + i);</a:t>
            </a:r>
            <a:br/>
            <a:r>
              <a:t>            try { Thread.sleep(500); }</a:t>
            </a:r>
            <a:br/>
            <a:r>
              <a:t>            catch(InterruptedException e) { }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  <a:br/>
            <a:br/>
            <a:r>
              <a:t>public class Main {</a:t>
            </a:r>
            <a:br/>
            <a:r>
              <a:t>    public static void main(String[] args) {</a:t>
            </a:r>
            <a:br/>
            <a:r>
              <a:t>        Thread t1 = new Thread(new MyRunnable(), "Thread-1");</a:t>
            </a:r>
            <a:br/>
            <a:r>
              <a:t>        Thread t2 = new Thread(new MyRunnable(), "Thread-2");</a:t>
            </a:r>
            <a:br/>
            <a:r>
              <a:t>        t1.start();</a:t>
            </a:r>
            <a:br/>
            <a:r>
              <a:t>        t2.start();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Thread Life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NEW: Thread is created but not yet started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RUNNABLE: Thread is ready to run, waiting for CPU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RUNNING: Thread is currently executing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BLOCKED/WAITING: Thread is waiting for a resource or signal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TERMINATED: Thread has completed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Important Thread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start() - Begins thread execution, calls run() internally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run() - Contains the code to be executed by the thread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sleep(ms) - Pauses thread for specified milliseconds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join() - Waits for the thread to complete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yield() - Suggests giving up CPU to other threads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interrupt() - Interrupts a sleeping or waiting thread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isAlive() - Checks if thread is still running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Thread Synchronization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Multiple threads accessing shared resources can cause problems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Race Condition: Unpredictable results due to timing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Synchronization ensures only one thread accesses resource at a time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Use 'synchronized' keyword for methods or blocks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Prevents data corruption and ensures thread safety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Example: Synchronized Method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7295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class Counter {</a:t>
            </a:r>
            <a:br/>
            <a:r>
              <a:t>    private int count = 0;</a:t>
            </a:r>
            <a:br/>
            <a:r>
              <a:t>    </a:t>
            </a:r>
            <a:br/>
            <a:r>
              <a:t>    // Synchronized method - only one thread can execute at a time</a:t>
            </a:r>
            <a:br/>
            <a:r>
              <a:t>    public synchronized void increment() {</a:t>
            </a:r>
            <a:br/>
            <a:r>
              <a:t>        count++;</a:t>
            </a:r>
            <a:br/>
            <a:r>
              <a:t>    }</a:t>
            </a:r>
            <a:br/>
            <a:r>
              <a:t>    </a:t>
            </a:r>
            <a:br/>
            <a:r>
              <a:t>    public int getCount() {</a:t>
            </a:r>
            <a:br/>
            <a:r>
              <a:t>        return count;</a:t>
            </a:r>
            <a:br/>
            <a:r>
              <a:t>    }</a:t>
            </a:r>
            <a:br/>
            <a:r>
              <a:t>}</a:t>
            </a:r>
            <a:br/>
            <a:br/>
            <a:r>
              <a:t>// Without synchronized, multiple threads incrementing</a:t>
            </a:r>
            <a:br/>
            <a:r>
              <a:t>// simultaneously could cause incorrect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Thread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Threads can communicate using wait(), notify(), notifyAll()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wait() - Makes thread wait until notified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notify() - Wakes up one waiting thread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notifyAll() - Wakes up all waiting threads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Must be called from synchronized context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Used in Producer-Consumer pattern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Common Multithreading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Deadlock: Two threads waiting for each other forever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Race Condition: Output depends on timing of threads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Starvation: Thread never gets CPU time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Livelock: Threads keep changing state but make no progress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Priority Inversion: Low priority thread blocks high priority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Prefer implementing Runnable over extending Thread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Use thread pools (ExecutorService) for managing threads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Minimize synchronized blocks for better performance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Avoid nested locks to prevent deadlocks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Use volatile keyword for simple flag variables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Consider using java.util.concurrent utilities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Threads are lightweight units of execution within a process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Multithreading enables concurrent execution for better performance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Java provides two ways: extending Thread or implementing Runnable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Synchronization is essential for thread-safe operations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Understanding thread life cycle helps in debugging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• Follow best practices to avoid common pitfalls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